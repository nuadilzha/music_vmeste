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Noto Sans" panose="020B0502040504020204" pitchFamily="34" charset="0"/>
      <p:regular r:id="rId12"/>
      <p:bold r:id="rId13"/>
    </p:embeddedFont>
    <p:embeddedFont>
      <p:font typeface="Noto Sans Bold" panose="020B0802040504020204" charset="0"/>
      <p:regular r:id="rId14"/>
    </p:embeddedFont>
    <p:embeddedFont>
      <p:font typeface="Noto Sans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66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проект: сервис «Музыка вместе» помогает начинающим музыкантам и студентам объединяться в группы без бесконечных поисков по разрозненным чатам.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Опишите типичные боли: музыканты тратят недели на чаты, где объявления тонут, а при встрече выясняется несовпадение расписания или музыкального вкуса.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Пройдитесь по шести рискам: ключевая стратегия — локальный фокус, подробные анкеты для совместимости и бережный запуск MVP без избыточных трат.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Завершите питч: наше ключевое преимущество — сочетание локального контекста Казахстана, подробной фильтрации и открытости для начинающих музыкантов.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7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2460427"/>
            <a:ext cx="543546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0" spc="-80" dirty="0">
                <a:solidFill>
                  <a:srgbClr val="F4F5F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Музыка вместе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171627"/>
            <a:ext cx="543546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34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Платформа для поиска музыкантов и сбора групп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604617"/>
            <a:ext cx="5435464" cy="1179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Единый сервис для начинающих исполнителей и студентов: находите единомышленников в своём городе, от басиста до барабанщика для </a:t>
            </a:r>
            <a:r>
              <a:rPr lang="ru-RU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разных музыкальных проектов</a:t>
            </a: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1272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-56" dirty="0">
                <a:solidFill>
                  <a:srgbClr val="F4F5F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Почему музыкантам сложно найти группу?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60079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64320"/>
            <a:ext cx="6212724" cy="268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Трудно найти людей с похожими музыкальными интересами и целями.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Подходящие участники могут быть в другом городе или районе.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совпадают уровень навыков, расписание и ожидания от проекта.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Объявления в социальных сетях и чатах быстро теряются.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Начинающим сложно попасть в уже сформировавшиеся коллективы.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4731345"/>
            <a:ext cx="558786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DDE0E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Главная проблема:</a:t>
            </a: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не хватает удобного специализированного инструмента для поиска участников групп. Итог — потерянное время, несостоявшиеся репетиции и проекты, которые не стартуют.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568" y="609600"/>
            <a:ext cx="3083542" cy="30836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9B95CD-E3EA-4E5B-9A25-2843CBBAB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524" y="6286420"/>
            <a:ext cx="1438476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21" dirty="0">
                <a:solidFill>
                  <a:srgbClr val="A7ADC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анализ альтернатив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-56" dirty="0">
                <a:solidFill>
                  <a:srgbClr val="F4F5F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Какие решения уже существуют?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718270"/>
            <a:ext cx="3454314" cy="291465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1972270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4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Vampr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2445345"/>
            <a:ext cx="299712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Социальная сеть для поиска музыкальных создателей, профилей и коллабораций; на сайте заявлены поиск по локации и музыкальному вкусу, профили и сообщения.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1718270"/>
            <a:ext cx="3454314" cy="291465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1972270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4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BandMix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97285" y="2445345"/>
            <a:ext cx="299712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Специализированная платформа для поиска музыкантов и участников групп; релевантность и удобство поиска могут зависеть от города и представленности местного сообщества.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718270"/>
            <a:ext cx="3454314" cy="291465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1972270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4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Discord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56391" y="2445345"/>
            <a:ext cx="29971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Сервис сообществ и общения; музыкальный поиск обычно требует самостоятельно найти подходящий сервер и вести коммуникацию внутри него.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585" y="4836120"/>
            <a:ext cx="558786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DDE0E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Окно для проекта:</a:t>
            </a: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не спорить с аналогами по масштабу, а сфокусироваться на начинающих музыкантах Казахстана, локальном поиске и понятных анкетах.</a:t>
            </a:r>
            <a:endParaRPr lang="en-US" sz="15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905406-7099-4F2B-A29C-D4819B628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524" y="6286420"/>
            <a:ext cx="1438476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21" dirty="0">
                <a:solidFill>
                  <a:srgbClr val="A7ADC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оценка вызовов и устойчивость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-56" dirty="0">
                <a:solidFill>
                  <a:srgbClr val="F4F5F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С какими рисками мы можем столкнуться?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432520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1927820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Недостаток пользователей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2384326"/>
            <a:ext cx="53338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Продвижение в музыкальных сообществах и партнёрства с локальными площадками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1432520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244" y="1927820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Конкуренция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248244" y="2384326"/>
            <a:ext cx="53338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Чёткий фокус на Казахстане, городах и начинающих музыкантах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241477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3736777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Неактивность пользователей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09585" y="4193282"/>
            <a:ext cx="5333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Обратная связь, уведомления и простой первый контакт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3241477"/>
            <a:ext cx="380990" cy="38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244" y="3736777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Несовпадение ожиданий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6248244" y="4193282"/>
            <a:ext cx="5333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Подробные профили: жанр, уровень, расписание и цели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4774208"/>
            <a:ext cx="380990" cy="381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9585" y="5269508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Финансовые затраты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609585" y="5726013"/>
            <a:ext cx="5333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Поэтапная разработка и проверка спроса на MVP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4774208"/>
            <a:ext cx="380990" cy="38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48244" y="5269508"/>
            <a:ext cx="533386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38" dirty="0">
                <a:solidFill>
                  <a:srgbClr val="F4F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Безопасность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6248244" y="5726013"/>
            <a:ext cx="53338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Защита данных, проверка профилей и возможность жалоб</a:t>
            </a:r>
            <a:endParaRPr lang="en-US" sz="15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9928E2-B368-4775-9739-8D6DCAB424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3524" y="6286420"/>
            <a:ext cx="1438476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-56" dirty="0">
                <a:solidFill>
                  <a:srgbClr val="F4F5F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Чем наш сервис будет отличаться?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79810"/>
          <a:ext cx="10972525" cy="3909518"/>
        </p:xfrm>
        <a:graphic>
          <a:graphicData uri="http://schemas.openxmlformats.org/drawingml/2006/table">
            <a:tbl>
              <a:tblPr/>
              <a:tblGrid>
                <a:gridCol w="263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26" dirty="0">
                          <a:solidFill>
                            <a:srgbClr val="A7ADC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Существующее решение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26" dirty="0">
                          <a:solidFill>
                            <a:srgbClr val="A7ADC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Его ограничения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26" dirty="0">
                          <a:solidFill>
                            <a:srgbClr val="A7ADC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Преимущество нашего сервиса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Instagram и TikTok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Объявления ищут самостоятельно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Поиск по городу, жанру и инструменту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Telegram-чаты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Объявления теряются в сообщениях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Анкеты музыкантов и фильтры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Discord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Самостоятельный поиск сообществ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Музыканты и объявления в одном месте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9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BandMix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Международная платформа без фокуса проекта на локальной среде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Ориентация на Казахстан, местные города и языки общения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Личные знакомства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Круг ограничен знакомыми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Участники за пределами своего круга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Музыкальные школы и репетиционные базы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Поиск ограничен учреждением или местом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Музыканты из разных районов города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267226"/>
            <a:ext cx="1097252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DDE0E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Преимущества:</a:t>
            </a: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локальный поиск; подбор по жанру, инструменту, уровню навыков и целям; поиск отдельных участников и готовых групп; фокус на начинающих; русский и казахский языки. </a:t>
            </a:r>
            <a:r>
              <a:rPr lang="en-US" sz="1500" b="1" dirty="0">
                <a:solidFill>
                  <a:srgbClr val="DDE0E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Итог:</a:t>
            </a:r>
            <a:r>
              <a:rPr lang="en-US" sz="1500" dirty="0">
                <a:solidFill>
                  <a:srgbClr val="DDE0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«Музыка вместе» объединяет поиск музыкантов, создание групп и общение на одной платформе.</a:t>
            </a:r>
            <a:endParaRPr lang="en-US" sz="15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3BB4BC-3699-4620-8450-990EB11A9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524" y="6286420"/>
            <a:ext cx="1438476" cy="57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518</Words>
  <Application>Microsoft Office PowerPoint</Application>
  <PresentationFormat>Широкоэкранный</PresentationFormat>
  <Paragraphs>65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Noto Sans Medium</vt:lpstr>
      <vt:lpstr>Noto Sans Bold</vt:lpstr>
      <vt:lpstr>Calibri</vt:lpstr>
      <vt:lpstr>Noto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Valeryan</cp:lastModifiedBy>
  <cp:revision>4</cp:revision>
  <dcterms:created xsi:type="dcterms:W3CDTF">2026-09-29T09:41:08Z</dcterms:created>
  <dcterms:modified xsi:type="dcterms:W3CDTF">2026-10-13T10:31:10Z</dcterms:modified>
</cp:coreProperties>
</file>